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3" r:id="rId3"/>
    <p:sldId id="256" r:id="rId4"/>
    <p:sldId id="266" r:id="rId5"/>
    <p:sldId id="267" r:id="rId6"/>
    <p:sldId id="270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CA939-1493-40DA-B619-DF788FAFEEE0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4B199-31DD-4580-86E1-2F9AB004CE2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7017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4B199-31DD-4580-86E1-2F9AB004CE2D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214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C818-2F31-5C4C-7843-A7FD90CCC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F6D49-B818-CB7B-AC26-7C7741567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33620-DF9A-B1DB-752D-296BFFF0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3221-7862-94A3-72FF-F7276F3EE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821F-B517-C5FC-89CA-73E69487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239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0845-1554-0EBF-D514-30520BE1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2E5D7-18EC-58F5-6A5D-B71419A1E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2A53-A765-FDB9-74F1-B05133EA2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D2472-192D-CF8E-8EF8-27751E7A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8D6D5-0AC0-2AA5-F99E-5155C8BF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69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BA71-5D30-5828-97FF-2C8BBB3C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53C80-01A5-43C3-E0B7-CA8C6DCAD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DCEA5-6B62-DDA8-19CC-F74B7158B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9E8D3-B994-BDC2-F875-E2E9C8AD4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5CF14-A7CD-3B92-3415-FBCF82ED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9189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D797-C4AF-4938-2C9A-BFFAF9864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39181-830C-4763-F4BF-76F7DA369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1107-C915-0D8B-C933-1146C7C2B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71D5C-E6D3-30F9-0250-33D5979D0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33DE1-FBF4-15C3-1074-8E3A1C39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FF89E-163A-C6BF-9546-20E1BB0B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9853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3E59D-EE75-F95D-E944-D51EAB2FE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3D87D-4A5B-B046-49FF-5FA33948F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E3E64-7C32-4172-3033-3592657AF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5B205-FC6C-92B8-6098-3EEAF3D6F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CB3284-CE05-726A-6D83-CE3B80E963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70980E-6AB8-BACA-23B6-5C7E5101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2C529E-9365-2B11-DA69-5C995E404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E880E0-B543-E720-C1CA-CFBA31EA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1583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8538-4F4E-70CE-FB32-5661A1F2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EBD7D-825C-0B8F-D141-5C0B42CA9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E0A01-6BE3-CE28-89CE-1DDF7ABD7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6C3D9-6C26-4DD3-5182-32EACAAA5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62771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814A6-74C2-499E-6161-DEFE856A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265742-54BC-4CFB-287B-78E3A4472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42CF0-FE90-8B42-C88A-37E8AA31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706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3A5D6-4989-C258-CA22-C96886515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72178-F437-9514-88B5-4596C763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689A5-D980-1751-32F2-E194BA228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2827F-F3D3-B9A8-56E2-FF153FC6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2ACAD-355F-571A-3A2B-F712D45E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CCF2C-CC18-D64C-CC12-6A463E40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071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56D31-037D-7285-8B29-FE4E744FE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84F21-72B0-00BE-DB88-E1B50396A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4000D-72D6-4D4E-C265-1DF3BC380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43EBA-06B8-90B9-7F73-A0443884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6977C-D2DA-69DE-D033-C307E907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593A5-495C-1A54-C7A7-2C92748C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62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4BD37-3176-3444-1E04-1F86816C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8B863-7509-A408-B15B-55344F225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28D79-AB6C-E8BC-BA5D-5562C540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9CACE-271A-5DC6-993D-52E9640F4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1C01C-1231-8FCF-2726-3EBB8339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979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5A276-6D08-D475-5B13-815C9FFE8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0D331-45B2-C8BB-1CD6-62FA487787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C549E-13C1-19C4-657D-C3971AE36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882F2-267D-F4D5-2D31-B93BB16B2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83E54-1022-E8AC-F858-B2CF5D8DE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858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1FC2DD-A4C4-5864-88B1-6079B3188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4DB1A-82F8-8010-19E4-C7D81CAC7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6405B-5886-99A9-92CA-949BCFEE6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B6FD9-3005-4362-8E0C-287DD4B930B2}" type="datetimeFigureOut">
              <a:rPr lang="en-ZA" smtClean="0"/>
              <a:t>2025/06/13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94801-5874-2FB6-57FE-C7A8AA495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D9E86-15D9-A0BA-1C59-20FE870FF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41DC9-34B0-4D5E-A4EC-65C23B97609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6743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men working on a power line&#10;&#10;AI-generated content may be incorrect.">
            <a:extLst>
              <a:ext uri="{FF2B5EF4-FFF2-40B4-BE49-F238E27FC236}">
                <a16:creationId xmlns:a16="http://schemas.microsoft.com/office/drawing/2014/main" id="{735238D8-50EF-2C24-4D2C-F95AC6F55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3054B5-AC82-6632-C1FE-59C8B23C4EA2}"/>
              </a:ext>
            </a:extLst>
          </p:cNvPr>
          <p:cNvSpPr txBox="1"/>
          <p:nvPr/>
        </p:nvSpPr>
        <p:spPr>
          <a:xfrm>
            <a:off x="523875" y="310052"/>
            <a:ext cx="1121092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118576:  </a:t>
            </a:r>
            <a:r>
              <a:rPr lang="en-ZA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WIP - Manage WIP Register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FD3530-3CAB-1B59-3EDD-BC2084747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899626"/>
              </p:ext>
            </p:extLst>
          </p:nvPr>
        </p:nvGraphicFramePr>
        <p:xfrm>
          <a:off x="1932709" y="2204280"/>
          <a:ext cx="10515600" cy="3657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80682431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85160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ZA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ZA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5833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8897BE71-7BA2-AF93-26C8-A01979FB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E687C39-F6E5-1FF2-05ED-1637F3047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EF7F108-BE4B-58E5-8FC1-024C34963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81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2022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0369D-2EDA-24CE-A660-023F7C127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93852AA-70E2-ED57-F7BD-CAA3BBDA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37" y="86444"/>
            <a:ext cx="11210925" cy="744836"/>
          </a:xfr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Manage WIP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029257-B334-A2DA-F61E-BD0D7FF2663B}"/>
              </a:ext>
            </a:extLst>
          </p:cNvPr>
          <p:cNvSpPr txBox="1"/>
          <p:nvPr/>
        </p:nvSpPr>
        <p:spPr>
          <a:xfrm>
            <a:off x="5604668" y="1134337"/>
            <a:ext cx="65060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ZA" dirty="0"/>
              <a:t>When the user click on the Manage WIP Register option on the Sub Menu, the following screen must display.</a:t>
            </a:r>
          </a:p>
          <a:p>
            <a:pPr marL="342900" indent="-342900">
              <a:buAutoNum type="arabicPeriod"/>
            </a:pPr>
            <a:endParaRPr lang="en-ZA" dirty="0"/>
          </a:p>
          <a:p>
            <a:pPr marL="342900" indent="-342900">
              <a:buAutoNum type="arabicPeriod"/>
            </a:pPr>
            <a:r>
              <a:rPr lang="en-ZA" dirty="0"/>
              <a:t>The WIP Register must be available for the user to select line items from the GRID</a:t>
            </a:r>
          </a:p>
          <a:p>
            <a:pPr marL="342900" indent="-342900">
              <a:buAutoNum type="arabicPeriod"/>
            </a:pPr>
            <a:endParaRPr lang="en-ZA" dirty="0"/>
          </a:p>
          <a:p>
            <a:pPr marL="342900" indent="-342900">
              <a:buAutoNum type="arabicPeriod"/>
            </a:pPr>
            <a:r>
              <a:rPr lang="en-ZA" dirty="0"/>
              <a:t>The user must be able to export the GRID to excel and PDF</a:t>
            </a:r>
          </a:p>
          <a:p>
            <a:pPr marL="342900" indent="-342900">
              <a:buAutoNum type="arabicPeriod"/>
            </a:pPr>
            <a:endParaRPr lang="en-ZA" dirty="0"/>
          </a:p>
          <a:p>
            <a:pPr marL="342900" indent="-342900">
              <a:buAutoNum type="arabicPeriod"/>
            </a:pPr>
            <a:endParaRPr lang="en-ZA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2F62D7-71A4-1210-77A2-CA9EB2B87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08" b="12807"/>
          <a:stretch>
            <a:fillRect/>
          </a:stretch>
        </p:blipFill>
        <p:spPr>
          <a:xfrm>
            <a:off x="490537" y="1134336"/>
            <a:ext cx="4752023" cy="42403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6ED62E-37E0-EF49-1DA4-22DBCCBC9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405" y="1181076"/>
            <a:ext cx="1676179" cy="5191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8FCC21-C844-2742-CF73-906E5AE22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02" y="1196205"/>
            <a:ext cx="2842108" cy="4572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0D7F44-920B-874C-9D2E-009D1D4C3AD0}"/>
              </a:ext>
            </a:extLst>
          </p:cNvPr>
          <p:cNvSpPr txBox="1"/>
          <p:nvPr/>
        </p:nvSpPr>
        <p:spPr>
          <a:xfrm>
            <a:off x="667676" y="1272842"/>
            <a:ext cx="93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WIP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090A1F-1C5E-2882-6F12-CC7574F79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76" y="1746947"/>
            <a:ext cx="2981298" cy="4191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AAD859-D416-3926-B0BA-FB8C0C588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02" y="2374505"/>
            <a:ext cx="2981298" cy="4191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03543C-A51C-BFC8-3EE4-65C24DA36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07" y="2985168"/>
            <a:ext cx="2981298" cy="4191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B08FF9-1B8D-9824-67F1-01589BD7D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37" y="3573104"/>
            <a:ext cx="2981298" cy="41915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F0DD1A1-4CAE-3486-818C-C6453FA88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07" y="4281701"/>
            <a:ext cx="2981298" cy="41915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884B021-63FB-6307-DFE4-8761E3D41695}"/>
              </a:ext>
            </a:extLst>
          </p:cNvPr>
          <p:cNvSpPr txBox="1"/>
          <p:nvPr/>
        </p:nvSpPr>
        <p:spPr>
          <a:xfrm>
            <a:off x="667676" y="1784086"/>
            <a:ext cx="3548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Create/Add to WIP Register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284F59-923E-D2F5-FC7C-9BD24894A63A}"/>
              </a:ext>
            </a:extLst>
          </p:cNvPr>
          <p:cNvSpPr txBox="1"/>
          <p:nvPr/>
        </p:nvSpPr>
        <p:spPr>
          <a:xfrm>
            <a:off x="648702" y="2355553"/>
            <a:ext cx="245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Manage WIP Register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8090A1-1B76-788A-65C5-D2ABCEF0BBAA}"/>
              </a:ext>
            </a:extLst>
          </p:cNvPr>
          <p:cNvSpPr txBox="1"/>
          <p:nvPr/>
        </p:nvSpPr>
        <p:spPr>
          <a:xfrm>
            <a:off x="667676" y="3611797"/>
            <a:ext cx="245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WIP Spatial View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184234-7F57-B963-3BED-3059BBE8FBE6}"/>
              </a:ext>
            </a:extLst>
          </p:cNvPr>
          <p:cNvSpPr txBox="1"/>
          <p:nvPr/>
        </p:nvSpPr>
        <p:spPr>
          <a:xfrm>
            <a:off x="648702" y="2973873"/>
            <a:ext cx="245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WIP Performance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ADB5DA2-8586-6FBB-A9C0-25B0F3A8B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76" y="4870564"/>
            <a:ext cx="2981298" cy="41915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A98BD71-10BC-8D5F-5ADE-89B14906D532}"/>
              </a:ext>
            </a:extLst>
          </p:cNvPr>
          <p:cNvSpPr txBox="1"/>
          <p:nvPr/>
        </p:nvSpPr>
        <p:spPr>
          <a:xfrm>
            <a:off x="757687" y="4894298"/>
            <a:ext cx="245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Transfer WIP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18A313-CDB5-1D16-BC84-D730080B29EB}"/>
              </a:ext>
            </a:extLst>
          </p:cNvPr>
          <p:cNvSpPr txBox="1"/>
          <p:nvPr/>
        </p:nvSpPr>
        <p:spPr>
          <a:xfrm>
            <a:off x="713403" y="4255609"/>
            <a:ext cx="245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Asset Unbundling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DE5C76-2F19-A4E1-1660-28A51A42CFCA}"/>
              </a:ext>
            </a:extLst>
          </p:cNvPr>
          <p:cNvSpPr/>
          <p:nvPr/>
        </p:nvSpPr>
        <p:spPr>
          <a:xfrm>
            <a:off x="579107" y="2270040"/>
            <a:ext cx="3064669" cy="499018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372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8E8B85-5C61-F338-F691-1DFD293CA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749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A61F78-7FE4-4FE0-442F-4A1BD64543C9}"/>
              </a:ext>
            </a:extLst>
          </p:cNvPr>
          <p:cNvSpPr txBox="1"/>
          <p:nvPr/>
        </p:nvSpPr>
        <p:spPr>
          <a:xfrm>
            <a:off x="264160" y="437494"/>
            <a:ext cx="300736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400" dirty="0"/>
              <a:t>Manage WIP Register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4DE566-C362-ABB5-C408-E1F4E4B15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2483"/>
            <a:ext cx="12192000" cy="36719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86DC2E-26D5-FE35-976E-1E4C3C40E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9039" y="874989"/>
            <a:ext cx="695422" cy="409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2E0C5B-A82D-6246-8CB2-1112424A7E01}"/>
              </a:ext>
            </a:extLst>
          </p:cNvPr>
          <p:cNvSpPr txBox="1"/>
          <p:nvPr/>
        </p:nvSpPr>
        <p:spPr>
          <a:xfrm>
            <a:off x="264160" y="5425440"/>
            <a:ext cx="1162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When the user selects a line entry on the Grid, the following screen must display.</a:t>
            </a:r>
          </a:p>
          <a:p>
            <a:r>
              <a:rPr lang="en-ZA" dirty="0"/>
              <a:t>The information must populate from The WIP register and the Detail WIP register</a:t>
            </a:r>
          </a:p>
        </p:txBody>
      </p:sp>
    </p:spTree>
    <p:extLst>
      <p:ext uri="{BB962C8B-B14F-4D97-AF65-F5344CB8AC3E}">
        <p14:creationId xmlns:p14="http://schemas.microsoft.com/office/powerpoint/2010/main" val="3465234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FA77-E4B4-3F55-74B6-0A93B243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3B8EF1-61BC-56E8-9EFE-150A49EEBD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31"/>
          <a:stretch>
            <a:fillRect/>
          </a:stretch>
        </p:blipFill>
        <p:spPr>
          <a:xfrm>
            <a:off x="0" y="499613"/>
            <a:ext cx="12192000" cy="16035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661BEE-2082-EC11-A01C-12CAB93A6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69" y="923588"/>
            <a:ext cx="3162741" cy="2762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E31ECB-7E46-1909-B424-364D11BFBB95}"/>
              </a:ext>
            </a:extLst>
          </p:cNvPr>
          <p:cNvSpPr txBox="1"/>
          <p:nvPr/>
        </p:nvSpPr>
        <p:spPr>
          <a:xfrm>
            <a:off x="186469" y="907831"/>
            <a:ext cx="4389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dirty="0"/>
              <a:t>Manage WIP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30C98F-F87D-D97E-BE65-D8BE90344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68" y="1419010"/>
            <a:ext cx="11863291" cy="409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BCC53F-91EE-EFA2-AF8F-36FA1FCF1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468" y="1457167"/>
            <a:ext cx="11222016" cy="1181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EACD49-F550-4DDC-CCAA-7FEA2A7671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468" y="3496505"/>
            <a:ext cx="11174384" cy="26673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375ADB-0855-8605-4FF1-5D36A91E1C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9274" y="2858782"/>
            <a:ext cx="1132630" cy="3025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71D7E8-F426-16F0-948C-C98F505886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3994" y="3378522"/>
            <a:ext cx="1343212" cy="26673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3ACEFE-457B-24CD-F9C4-E1651B9A7062}"/>
              </a:ext>
            </a:extLst>
          </p:cNvPr>
          <p:cNvSpPr txBox="1"/>
          <p:nvPr/>
        </p:nvSpPr>
        <p:spPr>
          <a:xfrm>
            <a:off x="186468" y="3496505"/>
            <a:ext cx="3535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Payment Summary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822D1C-7947-4B0D-4780-F422AD4FED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3426" y="6358387"/>
            <a:ext cx="1404325" cy="36381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07C20F-E1A7-C6F7-CCFD-B51D534DE893}"/>
              </a:ext>
            </a:extLst>
          </p:cNvPr>
          <p:cNvCxnSpPr/>
          <p:nvPr/>
        </p:nvCxnSpPr>
        <p:spPr>
          <a:xfrm>
            <a:off x="186468" y="3378522"/>
            <a:ext cx="1173121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E137CBD-BFEB-CE2A-E3F5-BD2B58281D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2074" y="2855741"/>
            <a:ext cx="1475211" cy="276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AF6833-6FF4-7672-03E7-08840B1BEC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2073" y="6402239"/>
            <a:ext cx="1475211" cy="27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99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DE65E1-E382-8436-F25D-F13A7F44F522}"/>
              </a:ext>
            </a:extLst>
          </p:cNvPr>
          <p:cNvSpPr txBox="1"/>
          <p:nvPr/>
        </p:nvSpPr>
        <p:spPr>
          <a:xfrm>
            <a:off x="260316" y="3567446"/>
            <a:ext cx="11596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When the user select the Cancel button, default back to the Manage WIP Register Screen</a:t>
            </a:r>
          </a:p>
          <a:p>
            <a:r>
              <a:rPr lang="en-ZA" dirty="0"/>
              <a:t>When the user select the Edit Button, the following screen must open: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4F62FA-BB24-C5A7-B47A-58359D270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512" y="2043817"/>
            <a:ext cx="1475211" cy="2761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887240-4400-3B6D-CD76-DFBF50D49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95" y="262239"/>
            <a:ext cx="11767387" cy="2281648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D86D4D-0E0A-1DC3-0E01-EFB0861169BD}"/>
              </a:ext>
            </a:extLst>
          </p:cNvPr>
          <p:cNvSpPr/>
          <p:nvPr/>
        </p:nvSpPr>
        <p:spPr>
          <a:xfrm>
            <a:off x="3872928" y="2102229"/>
            <a:ext cx="1392561" cy="499018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A7B89A7-1DDA-CC49-CDC1-F6FE79E0C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58" y="4156417"/>
            <a:ext cx="11393342" cy="35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88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07C490-64E8-3D63-A7EA-72D67C7B1C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1837"/>
          <a:stretch>
            <a:fillRect/>
          </a:stretch>
        </p:blipFill>
        <p:spPr>
          <a:xfrm>
            <a:off x="179074" y="185569"/>
            <a:ext cx="11833852" cy="51547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BD263B-E74B-4D87-F0C2-A1B953F3F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12" y="2832395"/>
            <a:ext cx="1358706" cy="3525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6CAA70-FB6B-17F2-C284-CA329D9EA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674" y="2832395"/>
            <a:ext cx="1202155" cy="37268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D8166F-F468-8008-A867-4919B6034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279" y="701040"/>
            <a:ext cx="10936226" cy="15718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523AB3-3B10-94A1-173F-C6D176A86102}"/>
              </a:ext>
            </a:extLst>
          </p:cNvPr>
          <p:cNvSpPr txBox="1"/>
          <p:nvPr/>
        </p:nvSpPr>
        <p:spPr>
          <a:xfrm>
            <a:off x="259112" y="205889"/>
            <a:ext cx="541528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Edit WIP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395A42-0CA2-299C-75B2-05EA6B5DC860}"/>
              </a:ext>
            </a:extLst>
          </p:cNvPr>
          <p:cNvSpPr txBox="1"/>
          <p:nvPr/>
        </p:nvSpPr>
        <p:spPr>
          <a:xfrm>
            <a:off x="240565" y="3461275"/>
            <a:ext cx="43111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Allow the user to add/upload supporting documentation. The user must be able to add multiple documents (excel, word, pdf). When a document was uploaded, the document links must be available on the Manage WIP Register Screen Grid.</a:t>
            </a:r>
          </a:p>
          <a:p>
            <a:endParaRPr lang="en-ZA" dirty="0"/>
          </a:p>
          <a:p>
            <a:r>
              <a:rPr lang="en-ZA" dirty="0"/>
              <a:t>When the user Save, the system must display a message asking if the user is sure he/she want to update the WIP register.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A9DCBC-1800-F1AC-21FE-36E1B3290E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112" y="2354379"/>
            <a:ext cx="7940008" cy="371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ADEE76-C58F-C6F1-8FDC-0F789F65B1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3888" y="4727814"/>
            <a:ext cx="6315956" cy="17718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68A0384-E56A-25EF-334B-5E682FF4F9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5063" y="4939619"/>
            <a:ext cx="2734057" cy="2476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98A37E-EFF5-C1F5-FBCC-FB939410B7CD}"/>
              </a:ext>
            </a:extLst>
          </p:cNvPr>
          <p:cNvSpPr txBox="1"/>
          <p:nvPr/>
        </p:nvSpPr>
        <p:spPr>
          <a:xfrm>
            <a:off x="5465063" y="4969021"/>
            <a:ext cx="3078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200" dirty="0"/>
              <a:t>WIP Register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01636-66AC-F324-6BFC-6C56B40DE8A6}"/>
              </a:ext>
            </a:extLst>
          </p:cNvPr>
          <p:cNvSpPr txBox="1"/>
          <p:nvPr/>
        </p:nvSpPr>
        <p:spPr>
          <a:xfrm>
            <a:off x="5360399" y="5537150"/>
            <a:ext cx="567744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Are you sure you want to update the WIP Register?</a:t>
            </a:r>
          </a:p>
        </p:txBody>
      </p:sp>
    </p:spTree>
    <p:extLst>
      <p:ext uri="{BB962C8B-B14F-4D97-AF65-F5344CB8AC3E}">
        <p14:creationId xmlns:p14="http://schemas.microsoft.com/office/powerpoint/2010/main" val="42735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5A4CD3-C430-7A8A-7CAE-C6D5705E3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963023" cy="33697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30E0F8-31EC-76B5-AB9B-48752701E4B7}"/>
              </a:ext>
            </a:extLst>
          </p:cNvPr>
          <p:cNvSpPr/>
          <p:nvPr/>
        </p:nvSpPr>
        <p:spPr>
          <a:xfrm>
            <a:off x="3693661" y="2907597"/>
            <a:ext cx="1467619" cy="499018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61055-D20E-1901-4258-20EE0E99D568}"/>
              </a:ext>
            </a:extLst>
          </p:cNvPr>
          <p:cNvSpPr txBox="1"/>
          <p:nvPr/>
        </p:nvSpPr>
        <p:spPr>
          <a:xfrm>
            <a:off x="208657" y="4096817"/>
            <a:ext cx="11263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When the user select the Cansel button, default back to the Manage WIP Register Page:</a:t>
            </a:r>
          </a:p>
          <a:p>
            <a:r>
              <a:rPr lang="en-ZA" dirty="0"/>
              <a:t>When the user select the Capture invoice Detail, the following screen must open:</a:t>
            </a:r>
          </a:p>
        </p:txBody>
      </p:sp>
    </p:spTree>
    <p:extLst>
      <p:ext uri="{BB962C8B-B14F-4D97-AF65-F5344CB8AC3E}">
        <p14:creationId xmlns:p14="http://schemas.microsoft.com/office/powerpoint/2010/main" val="1093079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B19936-E622-D745-BF9E-F8613684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7" y="882264"/>
            <a:ext cx="12018085" cy="1828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0BFD76-9756-A6FE-2BBB-641AB1F433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046"/>
          <a:stretch>
            <a:fillRect/>
          </a:stretch>
        </p:blipFill>
        <p:spPr>
          <a:xfrm>
            <a:off x="0" y="360367"/>
            <a:ext cx="11928019" cy="39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166748-D677-57B9-34D1-F55B70271132}"/>
              </a:ext>
            </a:extLst>
          </p:cNvPr>
          <p:cNvSpPr txBox="1"/>
          <p:nvPr/>
        </p:nvSpPr>
        <p:spPr>
          <a:xfrm>
            <a:off x="43479" y="360367"/>
            <a:ext cx="5444837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Capture New Invoice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7DF1BE-FEFF-71AD-4C0B-F425CEBAE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7" y="4071908"/>
            <a:ext cx="3391373" cy="514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9FEE20-0EC2-F09F-EFAD-391D826BE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33701"/>
            <a:ext cx="9917656" cy="4635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6F3A45-EA11-7963-CEE1-7ED37480EE9B}"/>
              </a:ext>
            </a:extLst>
          </p:cNvPr>
          <p:cNvSpPr txBox="1"/>
          <p:nvPr/>
        </p:nvSpPr>
        <p:spPr>
          <a:xfrm>
            <a:off x="99033" y="2942735"/>
            <a:ext cx="37113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400" dirty="0"/>
              <a:t>Invoice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8F2674-2871-7205-F9D2-AE9E9BDF8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52804"/>
            <a:ext cx="9917656" cy="4635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DCC0B3F-C957-386F-0A2F-F7D37364C829}"/>
              </a:ext>
            </a:extLst>
          </p:cNvPr>
          <p:cNvSpPr txBox="1"/>
          <p:nvPr/>
        </p:nvSpPr>
        <p:spPr>
          <a:xfrm>
            <a:off x="99033" y="3539787"/>
            <a:ext cx="37113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400" dirty="0"/>
              <a:t>Payment Certificate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DF5BDC-704E-4EAD-960E-40F15A49C702}"/>
              </a:ext>
            </a:extLst>
          </p:cNvPr>
          <p:cNvSpPr txBox="1"/>
          <p:nvPr/>
        </p:nvSpPr>
        <p:spPr>
          <a:xfrm>
            <a:off x="6709531" y="4233017"/>
            <a:ext cx="54883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/>
              <a:t>Allow the user to add/upload supporting documentation. The user must be able to add multiple documents (excel, word, pdf). When a document was uploaded, the document links must be available on the Manage WIP Register Screen Grid.</a:t>
            </a:r>
          </a:p>
          <a:p>
            <a:endParaRPr lang="en-ZA" dirty="0"/>
          </a:p>
          <a:p>
            <a:r>
              <a:rPr lang="en-ZA" dirty="0"/>
              <a:t>When the user Save, the system must display a message asking if the user is sure he/she want to update the WIP register.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4872E0-98C3-B2CC-6B24-8A754942C6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96491"/>
            <a:ext cx="6517144" cy="18283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8E0639-AEA3-FEBC-81B2-D8CD61BFBF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812" y="5193228"/>
            <a:ext cx="3696216" cy="26673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7A514FB-D6FA-0C88-C6ED-2CD771FD6EBD}"/>
              </a:ext>
            </a:extLst>
          </p:cNvPr>
          <p:cNvSpPr txBox="1"/>
          <p:nvPr/>
        </p:nvSpPr>
        <p:spPr>
          <a:xfrm>
            <a:off x="192387" y="5217902"/>
            <a:ext cx="3711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dirty="0"/>
              <a:t>Invoice Details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E56DAD-75BF-7721-2DF3-3E4BC35BB3A0}"/>
              </a:ext>
            </a:extLst>
          </p:cNvPr>
          <p:cNvSpPr txBox="1"/>
          <p:nvPr/>
        </p:nvSpPr>
        <p:spPr>
          <a:xfrm>
            <a:off x="99033" y="5772160"/>
            <a:ext cx="551837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Are you sure you want to update the WIP Register Financial Details?</a:t>
            </a:r>
          </a:p>
        </p:txBody>
      </p:sp>
    </p:spTree>
    <p:extLst>
      <p:ext uri="{BB962C8B-B14F-4D97-AF65-F5344CB8AC3E}">
        <p14:creationId xmlns:p14="http://schemas.microsoft.com/office/powerpoint/2010/main" val="424928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362</Words>
  <Application>Microsoft Office PowerPoint</Application>
  <PresentationFormat>Widescreen</PresentationFormat>
  <Paragraphs>38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Manage WIP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Alta Coetzee</dc:creator>
  <cp:lastModifiedBy>Alta Coetzee</cp:lastModifiedBy>
  <cp:revision>3</cp:revision>
  <dcterms:created xsi:type="dcterms:W3CDTF">2025-06-09T11:48:57Z</dcterms:created>
  <dcterms:modified xsi:type="dcterms:W3CDTF">2025-06-13T09:14:16Z</dcterms:modified>
</cp:coreProperties>
</file>