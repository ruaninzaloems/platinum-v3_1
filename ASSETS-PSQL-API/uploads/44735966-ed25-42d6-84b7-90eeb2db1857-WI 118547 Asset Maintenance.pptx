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6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6E2FA-3235-3A0C-0156-AE8EC40B7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41D12-9D24-64AB-44A4-95F8A9F8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143AD-5DE7-02DE-07C5-DBBE9159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BE2F-F8D1-D3E0-3928-EA30AB99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C932E-858F-27DB-1CB5-0184BCEC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1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2BE5-ABCB-CFE3-24D9-AB4FA7EE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9EA2-B6BE-6973-4EF9-9EFFC9FA7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9AA2E-2C49-79AF-06BC-0A237639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11713-5735-027D-7C2D-342A4EB1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D9C7B-1F5B-ECAE-5B04-A25B5183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345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77F3-C831-1D29-941C-794AE9F89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A011D-5925-EF82-E213-68F735C2A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6664B-6F7C-A751-A8F5-DEE50240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7440E-E79A-A1A5-E787-DB6D36988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31BAF-9ECA-E787-6BA2-1992ABAA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019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85A7-0335-00FD-DA45-BFDCE7C6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47C8-5FE9-3AD6-2695-1E099FA74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F2137-099F-51E2-55A0-F96C8F4CA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EFF05-A709-F796-2478-41C2EF02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1657-824A-E342-04F3-FEA3B95F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78F60-CC41-431B-60B0-3687FD6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542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0360-8121-22C3-D1A0-676F7C9C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8060E-FB7B-4A7C-7D6A-FF5CAD907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FE58-D584-2B16-D84D-FEFF1C13C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0C8D12-A3AF-0477-BF24-A2CE12F34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BF13A-0043-272B-DE2A-CA954D529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29268-5E24-C1EB-4DA8-659BD117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7A7FE-9BBF-AE35-7177-0D6F6AD6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0B694-1CD0-7361-53F0-703D144B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612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2703-E020-57D6-BCF3-0F6DAD3C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61864-CCB9-6849-70E2-927F6393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6EE3B-667B-D1A6-B007-54417C94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806C-306E-CE11-21C6-5CB8C30F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1861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681B0-212A-0526-7702-F6C35EEF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D8C75-03C7-3D96-4853-DAFA44D9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D795E-A559-CF3B-077A-2F982B47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061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9B57-9317-79CF-B9C9-F3531B64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74D83-CB43-D6A8-6055-363EBEDC4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88F07-9305-5DD1-8277-A6C9FD6BD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00C2C-F5AD-A660-1F20-825F1281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1F75-9BCF-61F6-2FFA-E96C6383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0E865-5142-5933-DF96-749ACC08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318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6469-EF7A-137B-96BE-D6C075F0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C9CF0-9EA8-00BA-2541-5EB5DA47F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4018D-F486-4EEF-5B71-C84828AEA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CB5B3-951C-A380-0235-FDF0E983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E895A-7FB8-2E08-146F-CA5EB25B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7C46B-A928-D11B-B1E7-C50F3490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200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BA5D-6F1A-C25D-9B1C-5E8A810B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95D43-B082-5445-DDD7-9F53264B2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FA71-20BD-D0CA-E40E-50C4550E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414B4-8F32-A56A-757E-69BE4902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7ADC-9E79-D1CC-3181-834D979C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624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B5AA78-365F-762C-14F5-5101DFBEF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C4AA9-ECEA-FAC8-C61E-92B71A36E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B3967-E42B-4DB9-A259-3D3AFFB3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B28A2-14C6-7581-A98C-F0F682F8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C822A-EE47-B58C-83AB-9023A3B1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415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1C438-FEB7-3AF3-F093-DC1E3ABB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D625D-B96A-D7FE-1EEE-E89A6687A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88682-78FE-CC85-D746-A86AFF531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FD20F-ABCB-4BE6-98C7-D17D22F4D22F}" type="datetimeFigureOut">
              <a:rPr lang="en-ZA" smtClean="0"/>
              <a:t>2025/02/10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E3839-4965-B214-7AC9-92D8A4C7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67B15-71C8-4EFA-73D9-6C05FBE65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ED9A6-12E1-4140-AA4D-A9A9DC4699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02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men working on a power line&#10;&#10;AI-generated content may be incorrect.">
            <a:extLst>
              <a:ext uri="{FF2B5EF4-FFF2-40B4-BE49-F238E27FC236}">
                <a16:creationId xmlns:a16="http://schemas.microsoft.com/office/drawing/2014/main" id="{735238D8-50EF-2C24-4D2C-F95AC6F55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6954D-92E6-8061-3223-568C31C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Asset Maintenance – Specifications in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3054B5-AC82-6632-C1FE-59C8B23C4EA2}"/>
              </a:ext>
            </a:extLst>
          </p:cNvPr>
          <p:cNvSpPr txBox="1"/>
          <p:nvPr/>
        </p:nvSpPr>
        <p:spPr>
          <a:xfrm>
            <a:off x="2286597" y="310052"/>
            <a:ext cx="7336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WI 118547	Asset Maintenance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FD3530-3CAB-1B59-3EDD-BC2084747A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068243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5160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>
                          <a:effectLst/>
                        </a:rPr>
                        <a:t>118547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effectLst/>
                        </a:rPr>
                        <a:t>Asset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5833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8897BE71-7BA2-AF93-26C8-A01979FB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70C167-2D17-34E0-ECD4-F14A6581409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93814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1265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>
                          <a:effectLst/>
                        </a:rPr>
                        <a:t>118547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effectLst/>
                        </a:rPr>
                        <a:t>Asset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10651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2E687C39-F6E5-1FF2-05ED-1637F3047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202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2386-EFBD-BF84-3CD5-521DDC49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314E39-4812-CA7B-EECF-A9E2D9181214}"/>
              </a:ext>
            </a:extLst>
          </p:cNvPr>
          <p:cNvSpPr txBox="1"/>
          <p:nvPr/>
        </p:nvSpPr>
        <p:spPr>
          <a:xfrm>
            <a:off x="1278082" y="621959"/>
            <a:ext cx="728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Create the following Menu Items under Asset Maintenance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403352-5613-7FA3-06EE-F04AEE565EC9}"/>
              </a:ext>
            </a:extLst>
          </p:cNvPr>
          <p:cNvGrpSpPr/>
          <p:nvPr/>
        </p:nvGrpSpPr>
        <p:grpSpPr>
          <a:xfrm>
            <a:off x="1278082" y="1349096"/>
            <a:ext cx="4817918" cy="2440584"/>
            <a:chOff x="1278082" y="1714856"/>
            <a:chExt cx="4817918" cy="2440584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98D8AA6-2C31-B338-ED4F-050569838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4" r="2131" b="35077"/>
            <a:stretch/>
          </p:blipFill>
          <p:spPr>
            <a:xfrm>
              <a:off x="1278082" y="1714856"/>
              <a:ext cx="4817918" cy="244058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F3DA29-C5EE-D957-85F1-7040D1B35A0B}"/>
                </a:ext>
              </a:extLst>
            </p:cNvPr>
            <p:cNvSpPr txBox="1"/>
            <p:nvPr/>
          </p:nvSpPr>
          <p:spPr>
            <a:xfrm>
              <a:off x="1278082" y="3129105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Planned Maintenance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61CC04-6214-95EE-B490-D671A7CDA02F}"/>
                </a:ext>
              </a:extLst>
            </p:cNvPr>
            <p:cNvSpPr txBox="1"/>
            <p:nvPr/>
          </p:nvSpPr>
          <p:spPr>
            <a:xfrm>
              <a:off x="1278082" y="368588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Reactive Maintenance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43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834299-68B9-968A-C60C-B47A71A958D1}"/>
              </a:ext>
            </a:extLst>
          </p:cNvPr>
          <p:cNvSpPr txBox="1"/>
          <p:nvPr/>
        </p:nvSpPr>
        <p:spPr>
          <a:xfrm>
            <a:off x="1220932" y="1018000"/>
            <a:ext cx="728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Create the following Menu Items under Planned Maintenance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F762D5-8681-21AD-5134-4E9DC357DB5A}"/>
              </a:ext>
            </a:extLst>
          </p:cNvPr>
          <p:cNvGrpSpPr/>
          <p:nvPr/>
        </p:nvGrpSpPr>
        <p:grpSpPr>
          <a:xfrm>
            <a:off x="1278082" y="1806296"/>
            <a:ext cx="9635836" cy="3790053"/>
            <a:chOff x="1278082" y="1806296"/>
            <a:chExt cx="9635836" cy="3790053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9E3E1D9-EF82-46EC-FA3B-A68B4B811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4" r="2131" b="51023"/>
            <a:stretch/>
          </p:blipFill>
          <p:spPr>
            <a:xfrm>
              <a:off x="1278082" y="1806296"/>
              <a:ext cx="4817918" cy="184114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C7DB57-B1BC-8C6A-CAD2-6C40A4EFC499}"/>
                </a:ext>
              </a:extLst>
            </p:cNvPr>
            <p:cNvSpPr txBox="1"/>
            <p:nvPr/>
          </p:nvSpPr>
          <p:spPr>
            <a:xfrm>
              <a:off x="1278082" y="315595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Planned Maintenance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7D23C3-3355-898C-5EDF-A85DC2FA1E9C}"/>
                </a:ext>
              </a:extLst>
            </p:cNvPr>
            <p:cNvSpPr txBox="1"/>
            <p:nvPr/>
          </p:nvSpPr>
          <p:spPr>
            <a:xfrm>
              <a:off x="6055360" y="4488353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Approve Maintenance Schedule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136800-FECD-3ADB-0758-E90E50FD22B2}"/>
                </a:ext>
              </a:extLst>
            </p:cNvPr>
            <p:cNvSpPr txBox="1"/>
            <p:nvPr/>
          </p:nvSpPr>
          <p:spPr>
            <a:xfrm>
              <a:off x="6055360" y="4857685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Edit Maintenance Schedule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E914F2-4E7C-58E7-DA08-B5FA802C96B4}"/>
                </a:ext>
              </a:extLst>
            </p:cNvPr>
            <p:cNvSpPr txBox="1"/>
            <p:nvPr/>
          </p:nvSpPr>
          <p:spPr>
            <a:xfrm>
              <a:off x="6096000" y="3167028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Upload Maintenance Plans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3FD9C-FF97-70E0-B54D-79ADEEFD7E2C}"/>
                </a:ext>
              </a:extLst>
            </p:cNvPr>
            <p:cNvSpPr txBox="1"/>
            <p:nvPr/>
          </p:nvSpPr>
          <p:spPr>
            <a:xfrm>
              <a:off x="6055360" y="4137278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Capture Asset Maintenance Schedule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4A864F-5693-DEC8-A88C-04A996619F39}"/>
                </a:ext>
              </a:extLst>
            </p:cNvPr>
            <p:cNvSpPr txBox="1"/>
            <p:nvPr/>
          </p:nvSpPr>
          <p:spPr>
            <a:xfrm>
              <a:off x="6055360" y="5227017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Manage Work Order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45BF4E3-D753-81AD-6AC7-AE12A9466F9F}"/>
              </a:ext>
            </a:extLst>
          </p:cNvPr>
          <p:cNvSpPr txBox="1"/>
          <p:nvPr/>
        </p:nvSpPr>
        <p:spPr>
          <a:xfrm>
            <a:off x="6055360" y="3503479"/>
            <a:ext cx="4817918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>
                    <a:lumMod val="95000"/>
                  </a:schemeClr>
                </a:solidFill>
              </a:rPr>
              <a:t>Take On Maintenance Schedules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980FD-D08F-9650-E760-255690B2379B}"/>
              </a:ext>
            </a:extLst>
          </p:cNvPr>
          <p:cNvSpPr txBox="1"/>
          <p:nvPr/>
        </p:nvSpPr>
        <p:spPr>
          <a:xfrm>
            <a:off x="6055360" y="3839930"/>
            <a:ext cx="4817918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>
                    <a:lumMod val="95000"/>
                  </a:schemeClr>
                </a:solidFill>
              </a:rPr>
              <a:t>Approve Maintenance Schedule Take on</a:t>
            </a:r>
          </a:p>
        </p:txBody>
      </p:sp>
    </p:spTree>
    <p:extLst>
      <p:ext uri="{BB962C8B-B14F-4D97-AF65-F5344CB8AC3E}">
        <p14:creationId xmlns:p14="http://schemas.microsoft.com/office/powerpoint/2010/main" val="348129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6F957-2894-1A43-D489-8D6DBAA9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2ED497-8BDD-14C2-106B-851D41F25F49}"/>
              </a:ext>
            </a:extLst>
          </p:cNvPr>
          <p:cNvSpPr txBox="1"/>
          <p:nvPr/>
        </p:nvSpPr>
        <p:spPr>
          <a:xfrm>
            <a:off x="1220932" y="979055"/>
            <a:ext cx="728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Create the following Menu Items under Reactive Maintenance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EB4B6C-5FDD-54F5-8AA9-0ACE068EAFDC}"/>
              </a:ext>
            </a:extLst>
          </p:cNvPr>
          <p:cNvGrpSpPr/>
          <p:nvPr/>
        </p:nvGrpSpPr>
        <p:grpSpPr>
          <a:xfrm>
            <a:off x="1278082" y="1745336"/>
            <a:ext cx="9635836" cy="3799730"/>
            <a:chOff x="1278082" y="1745336"/>
            <a:chExt cx="9635836" cy="3799730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2D44B79-6367-C5AD-F3F1-030BDA914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4" r="2131" b="35617"/>
            <a:stretch/>
          </p:blipFill>
          <p:spPr>
            <a:xfrm>
              <a:off x="1278082" y="1745336"/>
              <a:ext cx="4817918" cy="242026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7854D0-512A-92F8-82AA-BA78ABCBEA8A}"/>
                </a:ext>
              </a:extLst>
            </p:cNvPr>
            <p:cNvSpPr txBox="1"/>
            <p:nvPr/>
          </p:nvSpPr>
          <p:spPr>
            <a:xfrm>
              <a:off x="1278082" y="3129105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Planned Maintenance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4D1795-A030-5C3A-5A0A-F3AA53EA3D00}"/>
                </a:ext>
              </a:extLst>
            </p:cNvPr>
            <p:cNvSpPr txBox="1"/>
            <p:nvPr/>
          </p:nvSpPr>
          <p:spPr>
            <a:xfrm>
              <a:off x="1278082" y="368588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Reactive Maintenance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734B73-3B80-41AA-98C7-5E458396C67A}"/>
                </a:ext>
              </a:extLst>
            </p:cNvPr>
            <p:cNvSpPr txBox="1"/>
            <p:nvPr/>
          </p:nvSpPr>
          <p:spPr>
            <a:xfrm>
              <a:off x="6096000" y="368588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Capture Maintenance Request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5776DC9-42B9-DD8C-1C7A-2E4509176B7A}"/>
                </a:ext>
              </a:extLst>
            </p:cNvPr>
            <p:cNvSpPr txBox="1"/>
            <p:nvPr/>
          </p:nvSpPr>
          <p:spPr>
            <a:xfrm>
              <a:off x="6096000" y="405799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Link Maintenance Request to an Existing Asset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DAB363D-1663-FE6F-5056-4AAC26E02BD4}"/>
                </a:ext>
              </a:extLst>
            </p:cNvPr>
            <p:cNvSpPr txBox="1"/>
            <p:nvPr/>
          </p:nvSpPr>
          <p:spPr>
            <a:xfrm>
              <a:off x="6096000" y="4437070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Approve  Maintenance Request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19CD74-DB84-3E4E-D426-FA6F169D3E07}"/>
                </a:ext>
              </a:extLst>
            </p:cNvPr>
            <p:cNvSpPr txBox="1"/>
            <p:nvPr/>
          </p:nvSpPr>
          <p:spPr>
            <a:xfrm>
              <a:off x="6096000" y="4806402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Create Work Order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7C5FA2-37F7-9989-D63E-2F2E3B42DF8A}"/>
                </a:ext>
              </a:extLst>
            </p:cNvPr>
            <p:cNvSpPr txBox="1"/>
            <p:nvPr/>
          </p:nvSpPr>
          <p:spPr>
            <a:xfrm>
              <a:off x="6096000" y="5175734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Manage Work Order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011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95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Asset Maintenance – Specifications in Picture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Alta Coetzee</dc:creator>
  <cp:lastModifiedBy>Alta Coetzee</cp:lastModifiedBy>
  <cp:revision>1</cp:revision>
  <dcterms:created xsi:type="dcterms:W3CDTF">2025-02-10T13:42:28Z</dcterms:created>
  <dcterms:modified xsi:type="dcterms:W3CDTF">2025-02-10T14:53:28Z</dcterms:modified>
</cp:coreProperties>
</file>